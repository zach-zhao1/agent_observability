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 Agent Observability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AA"/>
                </a:solidFill>
              </a:defRPr>
            </a:pPr>
            <a:r>
              <a:t>Arize AX  vs  Braintrust  vs  LangSmith</a:t>
            </a:r>
            <a:br/>
            <a:r>
              <a:t>Doc-based comparison •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1. Executive Summary &amp; Market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2. Product Positioning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3. Feature Comparison Matrix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4. Evaluation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5. Data Ingestion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6. Self-Hosted Deployment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7. Scenario-Based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8.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91440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What these platforms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Tracing and observability for LLM/agent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Offline evaluation on curated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Online evaluation on production traffic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Human feedback and annotation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Prompt and model iteration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Support for multiple frameworks and providers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CI/CD integration for regression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Where they diverge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Arize AX: improvement-loop-first (debug → hypothesize → experiment → measure)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Braintrust: end-to-end operational workflow (instrument → observe → annotate → evaluate → deploy)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LangSmith: agent platform (observability + evaluation + deployment/runtime)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91440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Product Positioning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Arize 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Core identity: AI engineering platform for the improvement loop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Workflow: Observe → Annotate/Evaluate → Hypothesize → Experiment → Measure → Apply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Distinctive: Alyx AI assistant, AX CLI/Skills for coding agents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Strongest for: diagnosing failures and running controlled quality experiments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Telemetry: OpenTelemetry + OpenInference standards-based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Braintrust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Core identity: AI observability + evaluation operating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Workflow: Instrument → Observe → Annotate → Evaluate → Deploy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Distinctive: Gateway (inference proxy), Loop AI agent, Topics, strongest human review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Strongest for: teams wanting one platform for observe/review/eval/deploy/inference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Telemetry: SDK tracing + gateway-based ingestion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LangSmith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Core identity: framework-agnostic platform for building, debugging, deploying agents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Pillars: Observability + Evaluation + Prompt Engineering +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Distinctive: Agent Server, deployment/runtime as first-class product area, pairwise evals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Strongest for: teams building agents that need runtime/deployment + eval in one place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Telemetry: wrappers, decorators, and framework integrations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91440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Feature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Core Capabilities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Arize AX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Braintrust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Tracing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 (OTel spans)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 (SDK + Gateway)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 (wrappers/integrations)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Offline Evaluation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(experiments)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(experiments + playgrounds)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(datasets + experiments)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Online Evaluation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(continuous tasks)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(scoring rules)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(online evaluators)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Human Review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Annotations + labeling queues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Strongest: assignments, multi-reviewer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Annotation queues + inline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Prompt Iteration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Part of experiments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 playgrounds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First-class category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Deployment/Runtime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Less central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Prompts/functions + Gateway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Strongest (Agent Server)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Inference Gateway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 (major differentiator)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 Assistant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Alyx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Loop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Not major theme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91440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Evaluation Capabilities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Evaluation: Common 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All three support: LLM-as-judge, code evaluators, human review, online + offline eval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All three support CI/CD regression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All three support datasets from production traces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Differences are in emphasis and unique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Braintrust: broadest evaluator taxonomy (autoevals, scorers, classifiers)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LangSmith: strongest pairwise evaluation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Arize AX: evaluation tightly tied to debugging improvement loop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Evaluation Feature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Arize AX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Braintrust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Prebuilt evaluators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Templates in Eval Hub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Autoevals library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LLM-judge templates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Classifiers (categorical)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Via annotations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First-class feature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Categorical feedback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Pairwise evaluation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Not emphasized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Through experiments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Explicit first-class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Evaluator scope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Span/trace/session/experiment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Span/trace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Run/thread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Experiment comparison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Side-by-side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Immutable snapshots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Side-by-side + pairwise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Eval Hub / reuse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Evaluator Hub (versioned)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Pushed via CLI or UI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Workspace-level evaluators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Evaluation: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1. Braintrust has the strongest documented end-to-end evaluation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2. LangSmith is especially differentiated on pairwise eval and experiment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3. Arize AX is most differentiated when evals serve debugging and quality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→ Choose based on whether your team centers on eval ops, experiment comparison, or debugging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91440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Ingestion &amp;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Ingestion Models Compared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Arize AX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Braintrust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Primary model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OTel + OpenInference → OTLP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SDK + Gateway proxy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Wrappers/decorators/integrations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Standards emphasis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Auto-instrumentation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Gateway ingestion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Portability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Highest (OTel standard)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Platform-native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Best fit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Standards &amp; portability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Integrated platform ops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Framework-native DX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Ingestion: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Arize AX and LangSmith are closer than they first appear on tracing capability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Both capture: model calls, tool calls, retrieval steps, nested workflow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The real difference is ingestion architecture, not what can be traced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Mental model: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Arize = instrument app to emit standardized OTel/OpenInference spans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Braintrust = log through the platform, optionally via the gateway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LangSmith = wrap clients/functions so LangSmith captures runs/traces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91440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Self-Hosted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Self-Hosting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 Your Infra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Vendor-Managed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Full self-hosted platform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All core services + storage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Nothing required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Braintrust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Self-hosted data plane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Sensitive data + data-plane services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Control plane, UI, auth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Arize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Phoenix self-hosting (OSS)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Phoenix services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AX self-hosting unclear in docs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Self-Hosted: 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LangSmith: most complete self-hosted option (Enterprise plan)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– Full stack: frontend, backend, ClickHouse, PostgreSQL, Redis, blob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– Cloud guides for AWS, GCP, Azure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Braintrust: strong data residency but not fully self-hosted end-to-end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– Data plane runs in your infra; control plane remains managed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Arize: clear Phoenix self-hosting; AX self-hosting not clearly documented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– Phoenix: local, Docker, Kubernetes, or cloud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91440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Scenario-Based Recommendations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Which Platform for Which Scenario?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Best Fit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Running agent (not LangGraph)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Braintrust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Best general fit without replatforming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Debugging &amp; quality improvement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Arize AX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Strongest improvement-loop framing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LangGraph-based agent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Natural ecosystem alignment + runtime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Review-heavy human workflow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Braintrust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Strongest review operations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Agent platform + hosted runtime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Agent Server + deployment model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Provider routing/caching needed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Braintrust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Gateway is clearest differentiator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Standards-based telemetry priority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Arize AX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OTel + OpenInference + OTLP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91440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1. All three are strong and overlap significantly on core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2. The choice depends on what you center your workflow around: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• Debugging &amp; quality experiments → Arize AX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• End-to-end eval + review + inference ops → Braintrust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• Agent development + deployment + observability → LangSmith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3. No wrong choice for observability/eval basics — all three deliver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4. Differentiators that matter most: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• Arize: OTel standards, improvement loop, Alyx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• Braintrust: Gateway, review ops, classifiers, autoevals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• LangSmith: Agent Server, pairwise eval, deployment/runtime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AA"/>
                </a:solidFill>
              </a:defRPr>
            </a:pPr>
            <a:r>
              <a:t>Based on vendor documentation review •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